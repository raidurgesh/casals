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Durgesh K. (GSFC-462.0)[Technology Project Managers, Inc]" userId="8aba0a6a-d88a-4579-a1d0-f8c247b7964b" providerId="ADAL" clId="{27B6344E-67CC-AE4B-8E87-42B66A12AA88}"/>
    <pc:docChg chg="modSld">
      <pc:chgData name="Rai, Durgesh K. (GSFC-462.0)[Technology Project Managers, Inc]" userId="8aba0a6a-d88a-4579-a1d0-f8c247b7964b" providerId="ADAL" clId="{27B6344E-67CC-AE4B-8E87-42B66A12AA88}" dt="2025-09-22T17:59:13.728" v="0" actId="20577"/>
      <pc:docMkLst>
        <pc:docMk/>
      </pc:docMkLst>
      <pc:sldChg chg="modSp mod">
        <pc:chgData name="Rai, Durgesh K. (GSFC-462.0)[Technology Project Managers, Inc]" userId="8aba0a6a-d88a-4579-a1d0-f8c247b7964b" providerId="ADAL" clId="{27B6344E-67CC-AE4B-8E87-42B66A12AA88}" dt="2025-09-22T17:59:13.728" v="0" actId="20577"/>
        <pc:sldMkLst>
          <pc:docMk/>
          <pc:sldMk cId="0" sldId="259"/>
        </pc:sldMkLst>
        <pc:spChg chg="mod">
          <ac:chgData name="Rai, Durgesh K. (GSFC-462.0)[Technology Project Managers, Inc]" userId="8aba0a6a-d88a-4579-a1d0-f8c247b7964b" providerId="ADAL" clId="{27B6344E-67CC-AE4B-8E87-42B66A12AA88}" dt="2025-09-22T17:59:13.728" v="0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Orbit &amp; Sensor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500 km Sun-Sync Terminator Orbit + 1 km Push-Broom Imaging</a:t>
            </a:r>
          </a:p>
          <a:p>
            <a:r>
              <a:t>Durgesh • 22 Sep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500 km sun-synchronous terminator orbit</a:t>
            </a:r>
          </a:p>
          <a:p>
            <a:r>
              <a:t>Push-broom scanner with 1 km swath</a:t>
            </a:r>
          </a:p>
          <a:p>
            <a:r>
              <a:t>Targeted Earth-observation trade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Orbital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Altitude: 500 km</a:t>
            </a:r>
          </a:p>
          <a:p>
            <a:r>
              <a:t>Period: ~94.62 minutes</a:t>
            </a:r>
          </a:p>
          <a:p>
            <a:r>
              <a:t>Orbits per day: ~15.22</a:t>
            </a:r>
          </a:p>
          <a:p>
            <a:r>
              <a:t>Speed: ~7.613 km/s</a:t>
            </a:r>
          </a:p>
          <a:p>
            <a:r>
              <a:t>T = 2π√((Re + h)^3 / μ)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Sun-Sync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Nodal precession ≈ 0.98565°/day</a:t>
            </a:r>
          </a:p>
          <a:p>
            <a:r>
              <a:rPr dirty="0"/>
              <a:t>Inclination ≈ 97.40° (retrograde)</a:t>
            </a:r>
          </a:p>
          <a:p>
            <a:r>
              <a:rPr dirty="0"/>
              <a:t>Terminator orbit for constant lighting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Swath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Swath: 1 km at 500 km altitude</a:t>
            </a:r>
          </a:p>
          <a:p>
            <a:r>
              <a:t>FOV ≈ swath / h = 1 km / 500 km = 0.002 rad ≈ 0.115°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Optics &amp;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GSD = swath / N</a:t>
            </a:r>
          </a:p>
          <a:p>
            <a:r>
              <a:t>f = (h · p · N) / swath</a:t>
            </a:r>
          </a:p>
          <a:p>
            <a:r>
              <a:t>IFOV = p / 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 µm, 1024px → GSD 0.9766 m, f=2.56 m, IFOV=0.403″</a:t>
            </a:r>
          </a:p>
          <a:p>
            <a:r>
              <a:t>5 µm, 2048px → GSD 0.4883 m, f=5.12 m, IFOV=0.201″</a:t>
            </a:r>
          </a:p>
          <a:p>
            <a:r>
              <a:t>10 µm,4096px → GSD 0.2441 m, f=20.48 m, IFOV=0.101″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Along-Track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Ground speed v ≈ 7.613 km/s</a:t>
            </a:r>
          </a:p>
          <a:p>
            <a:r>
              <a:t>Line rate = v / GSD</a:t>
            </a:r>
          </a:p>
          <a:p>
            <a:r>
              <a:t>Example: GSD 0.488 m → 15.6 kHz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&amp; Revisit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Area/day ≈ 610,000 km²</a:t>
            </a:r>
          </a:p>
          <a:p>
            <a:r>
              <a:t>Earth area ≈ 510×10^6 km²</a:t>
            </a:r>
          </a:p>
          <a:p>
            <a:r>
              <a:t>Full global cover ≈ 836 days</a:t>
            </a:r>
          </a:p>
          <a:p>
            <a:r>
              <a:t>Constellations for practical revisit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Large optics needed for long focal lengths</a:t>
            </a:r>
          </a:p>
          <a:p>
            <a:r>
              <a:t>High line rates → fast detectors (TDI/CMOS)</a:t>
            </a:r>
          </a:p>
          <a:p>
            <a:r>
              <a:t>Sub-meter GSD demands tight stability</a:t>
            </a:r>
          </a:p>
          <a:p>
            <a:r>
              <a:t>Off-nadir improves revisit at cost of distortion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281</Words>
  <Application>Microsoft Macintosh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Orbit &amp; Sensor Evaluation</vt:lpstr>
      <vt:lpstr>Mission Concept</vt:lpstr>
      <vt:lpstr>Orbital Parameters</vt:lpstr>
      <vt:lpstr>Sun-Sync Design</vt:lpstr>
      <vt:lpstr>Swath Geometry</vt:lpstr>
      <vt:lpstr>Optics &amp; Detector</vt:lpstr>
      <vt:lpstr>Worked Examples</vt:lpstr>
      <vt:lpstr>Along-Track Sampling</vt:lpstr>
      <vt:lpstr>Coverage &amp; Revisit</vt:lpstr>
      <vt:lpstr>Trade-Offs &amp;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Rai, Durgesh K. (GSFC-462.0)[Technology Project Managers, Inc]</cp:lastModifiedBy>
  <cp:revision>1</cp:revision>
  <dcterms:created xsi:type="dcterms:W3CDTF">2013-01-27T09:14:16Z</dcterms:created>
  <dcterms:modified xsi:type="dcterms:W3CDTF">2025-09-22T17:59:23Z</dcterms:modified>
  <cp:category/>
</cp:coreProperties>
</file>